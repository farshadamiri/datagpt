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6" r:id="rId4"/>
    <p:sldId id="258" r:id="rId5"/>
    <p:sldId id="260" r:id="rId6"/>
    <p:sldId id="271" r:id="rId7"/>
    <p:sldId id="269" r:id="rId8"/>
    <p:sldId id="272" r:id="rId9"/>
    <p:sldId id="261" r:id="rId10"/>
    <p:sldId id="270" r:id="rId11"/>
    <p:sldId id="268" r:id="rId12"/>
    <p:sldId id="262" r:id="rId13"/>
    <p:sldId id="263" r:id="rId14"/>
    <p:sldId id="264" r:id="rId15"/>
    <p:sldId id="265" r:id="rId16"/>
    <p:sldId id="259" r:id="rId17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D8A0"/>
    <a:srgbClr val="C9E2B8"/>
    <a:srgbClr val="A8D08C"/>
    <a:srgbClr val="9DB0DF"/>
    <a:srgbClr val="B3C0E3"/>
    <a:srgbClr val="A6B5DE"/>
    <a:srgbClr val="91A6DB"/>
    <a:srgbClr val="9CCA7C"/>
    <a:srgbClr val="D4E8C6"/>
    <a:srgbClr val="A0CC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9D1DD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317042" y="4252505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/>
              <a:t>Vector Database</a:t>
            </a:r>
            <a:endParaRPr lang="fa-IR" b="1" dirty="0"/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432813" y="5668712"/>
            <a:ext cx="351327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متن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b="1" dirty="0"/>
              <a:t>Embedding model</a:t>
            </a:r>
            <a:endParaRPr lang="fa-IR" b="1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User query</a:t>
            </a:r>
            <a:endParaRPr lang="fa-IR" b="1" dirty="0">
              <a:solidFill>
                <a:schemeClr val="tx1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749747" y="584599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/>
              <a:t>Vector Database</a:t>
            </a:r>
            <a:endParaRPr lang="fa-IR" b="1" dirty="0"/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6341302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6548578"/>
              </p:ext>
            </p:extLst>
          </p:nvPr>
        </p:nvGraphicFramePr>
        <p:xfrm>
          <a:off x="5445417" y="1598324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104122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1163</TotalTime>
  <Words>1020</Words>
  <Application>Microsoft Office PowerPoint</Application>
  <PresentationFormat>Widescreen</PresentationFormat>
  <Paragraphs>165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281</cp:revision>
  <dcterms:created xsi:type="dcterms:W3CDTF">2024-02-19T06:46:45Z</dcterms:created>
  <dcterms:modified xsi:type="dcterms:W3CDTF">2024-02-21T10:08:12Z</dcterms:modified>
</cp:coreProperties>
</file>