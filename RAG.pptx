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60" r:id="rId6"/>
    <p:sldId id="261" r:id="rId7"/>
    <p:sldId id="269" r:id="rId8"/>
    <p:sldId id="267" r:id="rId9"/>
    <p:sldId id="268" r:id="rId10"/>
    <p:sldId id="262" r:id="rId11"/>
    <p:sldId id="263" r:id="rId12"/>
    <p:sldId id="264" r:id="rId13"/>
    <p:sldId id="265" r:id="rId14"/>
    <p:sldId id="259" r:id="rId15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67B8"/>
    <a:srgbClr val="305598"/>
    <a:srgbClr val="27457B"/>
    <a:srgbClr val="007CA8"/>
    <a:srgbClr val="0088B8"/>
    <a:srgbClr val="0097CC"/>
    <a:srgbClr val="D9DEEF"/>
    <a:srgbClr val="005DA2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2" d="100"/>
          <a:sy n="102" d="100"/>
        </p:scale>
        <p:origin x="198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3118358" y="3468255"/>
            <a:ext cx="8525434" cy="61763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5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b="1" dirty="0">
                <a:solidFill>
                  <a:schemeClr val="accent1">
                    <a:lumMod val="50000"/>
                  </a:schemeClr>
                </a:solidFill>
                <a:cs typeface="B Nazanin" panose="00000400000000000000" pitchFamily="2" charset="-78"/>
              </a:rPr>
              <a:t>تقویت مدل زبانی بزرگ (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LLM</a:t>
            </a:r>
            <a:r>
              <a:rPr lang="fa-IR" b="1" dirty="0">
                <a:solidFill>
                  <a:schemeClr val="accent1">
                    <a:lumMod val="50000"/>
                  </a:schemeClr>
                </a:solidFill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558117" y="207910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cs typeface="B Nazanin" panose="00000400000000000000" pitchFamily="2" charset="-78"/>
              </a:rPr>
              <a:t> </a:t>
            </a:r>
            <a:r>
              <a:rPr lang="fa-IR" b="1" dirty="0">
                <a:cs typeface="B Nazanin" panose="00000400000000000000" pitchFamily="2" charset="-78"/>
              </a:rPr>
              <a:t>تعالی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38199" y="237320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2061" y="-258526"/>
            <a:ext cx="3789696" cy="372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 err="1">
                <a:cs typeface="B Nazanin" panose="00000400000000000000" pitchFamily="2" charset="-78"/>
              </a:rPr>
              <a:t>Halluincation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ورودی مدل زبانی با ضمیمه کردن دانش و اطلاعات مربوط به سوال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241291"/>
              </p:ext>
            </p:extLst>
          </p:nvPr>
        </p:nvGraphicFramePr>
        <p:xfrm>
          <a:off x="241479" y="858983"/>
          <a:ext cx="11709039" cy="5830811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803812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86545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602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02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6665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0872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دانشی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22886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تقویت دانش مدل در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زمینه‌ای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خاص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sz="1500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4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21B2D9C-8512-4B24-420D-98D94A6D0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66DB0E6-5804-FE0C-6F08-EB442E7BD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052196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79D0-88FE-F28A-E61A-8E58FB181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چرا </a:t>
            </a:r>
            <a:r>
              <a:rPr lang="en-US" dirty="0"/>
              <a:t>RAG</a:t>
            </a:r>
            <a:r>
              <a:rPr lang="fa-IR" dirty="0"/>
              <a:t>؟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4A23D-98D7-EBD0-0C6E-FBABC6956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8824"/>
            <a:ext cx="10515600" cy="4608139"/>
          </a:xfrm>
        </p:spPr>
        <p:txBody>
          <a:bodyPr>
            <a:normAutofit/>
          </a:bodyPr>
          <a:lstStyle/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مدل‌های</a:t>
            </a:r>
            <a:r>
              <a:rPr lang="fa-IR" sz="2000" b="1" dirty="0">
                <a:cs typeface="B Nazanin" panose="00000400000000000000" pitchFamily="2" charset="-78"/>
              </a:rPr>
              <a:t> زبانی موجود به خوبی درک زبانی، </a:t>
            </a:r>
            <a:r>
              <a:rPr lang="fa-IR" sz="2000" b="1" dirty="0" err="1">
                <a:cs typeface="B Nazanin" panose="00000400000000000000" pitchFamily="2" charset="-78"/>
              </a:rPr>
              <a:t>دانش‌های</a:t>
            </a:r>
            <a:r>
              <a:rPr lang="fa-IR" sz="2000" b="1" dirty="0">
                <a:cs typeface="B Nazanin" panose="00000400000000000000" pitchFamily="2" charset="-78"/>
              </a:rPr>
              <a:t> پایه و استدلال منطقی را </a:t>
            </a:r>
            <a:r>
              <a:rPr lang="fa-IR" sz="2000" b="1" dirty="0" err="1">
                <a:cs typeface="B Nazanin" panose="00000400000000000000" pitchFamily="2" charset="-78"/>
              </a:rPr>
              <a:t>فراگرفته‌اند</a:t>
            </a:r>
            <a:r>
              <a:rPr lang="fa-IR" sz="2000" b="1" dirty="0">
                <a:cs typeface="B Nazanin" panose="00000400000000000000" pitchFamily="2" charset="-78"/>
              </a:rPr>
              <a:t> و آموزش یک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جدید صرفا برای </a:t>
            </a:r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دانش و اطلاعات سفارشی، توجیه اقتصادی و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ندارد.</a:t>
            </a:r>
          </a:p>
        </p:txBody>
      </p:sp>
    </p:spTree>
    <p:extLst>
      <p:ext uri="{BB962C8B-B14F-4D97-AF65-F5344CB8AC3E}">
        <p14:creationId xmlns:p14="http://schemas.microsoft.com/office/powerpoint/2010/main" val="813789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823</Words>
  <Application>Microsoft Office PowerPoint</Application>
  <PresentationFormat>Widescreen</PresentationFormat>
  <Paragraphs>86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مقایسه راهکارهای ایجاد دانش جدید در مدل‌های زبانی</vt:lpstr>
      <vt:lpstr>PowerPoint Presentation</vt:lpstr>
      <vt:lpstr>چرا RAG؟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133</cp:revision>
  <dcterms:created xsi:type="dcterms:W3CDTF">2024-02-19T06:46:45Z</dcterms:created>
  <dcterms:modified xsi:type="dcterms:W3CDTF">2024-02-20T09:43:35Z</dcterms:modified>
</cp:coreProperties>
</file>