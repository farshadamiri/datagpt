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D8A0"/>
    <a:srgbClr val="C9E2B8"/>
    <a:srgbClr val="A8D08C"/>
    <a:srgbClr val="9DB0DF"/>
    <a:srgbClr val="B3C0E3"/>
    <a:srgbClr val="A6B5DE"/>
    <a:srgbClr val="91A6DB"/>
    <a:srgbClr val="9CCA7C"/>
    <a:srgbClr val="D4E8C6"/>
    <a:srgbClr val="A0CC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9D1DD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Embedding model</a:t>
            </a:r>
            <a:endParaRPr lang="fa-IR" b="1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User query</a:t>
            </a:r>
            <a:endParaRPr lang="fa-IR" b="1" dirty="0">
              <a:solidFill>
                <a:schemeClr val="tx1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749747" y="584599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</TotalTime>
  <Words>1020</Words>
  <Application>Microsoft Office PowerPoint</Application>
  <PresentationFormat>Widescreen</PresentationFormat>
  <Paragraphs>165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284</cp:revision>
  <dcterms:created xsi:type="dcterms:W3CDTF">2024-02-19T06:46:45Z</dcterms:created>
  <dcterms:modified xsi:type="dcterms:W3CDTF">2024-02-21T10:09:35Z</dcterms:modified>
</cp:coreProperties>
</file>