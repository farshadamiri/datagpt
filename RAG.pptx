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59" r:id="rId11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10/08/1445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535"/>
            <a:ext cx="10515600" cy="1325563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8"/>
            <a:ext cx="10515600" cy="5436253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2F8F4-479C-C1F1-B1A6-9BD9ECF6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345</Words>
  <Application>Microsoft Office PowerPoint</Application>
  <PresentationFormat>Widescreen</PresentationFormat>
  <Paragraphs>17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B Nazanin</vt:lpstr>
      <vt:lpstr>Calibri</vt:lpstr>
      <vt:lpstr>Calibri Light</vt:lpstr>
      <vt:lpstr>lists-font</vt:lpstr>
      <vt:lpstr>Office Theme</vt:lpstr>
      <vt:lpstr>RAG</vt:lpstr>
      <vt:lpstr>Contents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16</cp:revision>
  <dcterms:created xsi:type="dcterms:W3CDTF">2024-02-19T06:46:45Z</dcterms:created>
  <dcterms:modified xsi:type="dcterms:W3CDTF">2024-02-19T08:20:41Z</dcterms:modified>
</cp:coreProperties>
</file>