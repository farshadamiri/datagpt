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676431"/>
              </p:ext>
            </p:extLst>
          </p:nvPr>
        </p:nvGraphicFramePr>
        <p:xfrm>
          <a:off x="73893" y="713644"/>
          <a:ext cx="12044214" cy="604137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4710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3278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73083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567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99252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602181" y="1993722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116951" y="2030666"/>
            <a:ext cx="221676" cy="8616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اندازه </a:t>
            </a:r>
            <a:r>
              <a:rPr lang="fa-IR" b="1" dirty="0" err="1">
                <a:cs typeface="B Nazanin" panose="00000400000000000000" pitchFamily="2" charset="-78"/>
              </a:rPr>
              <a:t>تکه‌متن‌ها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>
                <a:cs typeface="B Nazanin" panose="00000400000000000000" pitchFamily="2" charset="-78"/>
              </a:rPr>
              <a:t>Chunk size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آستانه تشابه (</a:t>
            </a:r>
            <a:r>
              <a:rPr lang="en-US" b="1" dirty="0">
                <a:cs typeface="B Nazanin" panose="00000400000000000000" pitchFamily="2" charset="-78"/>
              </a:rPr>
              <a:t>Similarity threshold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en-US" b="1" dirty="0" err="1">
                <a:cs typeface="B Nazanin" panose="00000400000000000000" pitchFamily="2" charset="-78"/>
              </a:rPr>
              <a:t>Top_k</a:t>
            </a:r>
            <a:r>
              <a:rPr lang="fa-IR" b="1" dirty="0">
                <a:cs typeface="B Nazanin" panose="00000400000000000000" pitchFamily="2" charset="-78"/>
              </a:rPr>
              <a:t> (حداکثر تعداد متون انتخابی </a:t>
            </a:r>
            <a:r>
              <a:rPr lang="en-US" b="1" dirty="0">
                <a:cs typeface="B Nazanin" panose="00000400000000000000" pitchFamily="2" charset="-78"/>
              </a:rPr>
              <a:t>RAG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b="1" dirty="0" err="1">
                <a:cs typeface="B Nazanin" panose="00000400000000000000" pitchFamily="2" charset="-78"/>
              </a:rPr>
              <a:t>مدل‌زبانی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i="0" dirty="0"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maximum context length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b="1" dirty="0">
                <a:cs typeface="B Nazanin" panose="00000400000000000000" pitchFamily="2" charset="-78"/>
              </a:rPr>
              <a:t>Prompt</a:t>
            </a:r>
            <a:r>
              <a:rPr lang="fa-IR" b="1" dirty="0">
                <a:cs typeface="B Nazanin" panose="00000400000000000000" pitchFamily="2" charset="-78"/>
              </a:rPr>
              <a:t>)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1042</Words>
  <Application>Microsoft Office PowerPoint</Application>
  <PresentationFormat>Widescreen</PresentationFormat>
  <Paragraphs>166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332</cp:revision>
  <dcterms:created xsi:type="dcterms:W3CDTF">2024-02-19T06:46:45Z</dcterms:created>
  <dcterms:modified xsi:type="dcterms:W3CDTF">2024-02-21T11:08:41Z</dcterms:modified>
</cp:coreProperties>
</file>