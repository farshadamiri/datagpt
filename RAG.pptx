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2" r:id="rId8"/>
    <p:sldId id="261" r:id="rId9"/>
    <p:sldId id="270" r:id="rId10"/>
    <p:sldId id="263" r:id="rId11"/>
    <p:sldId id="264" r:id="rId12"/>
    <p:sldId id="265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0730"/>
    <a:srgbClr val="2A2A2A"/>
    <a:srgbClr val="2C451B"/>
    <a:srgbClr val="2E471D"/>
    <a:srgbClr val="567FCA"/>
    <a:srgbClr val="CBF9E4"/>
    <a:srgbClr val="C2FADD"/>
    <a:srgbClr val="A6EEF0"/>
    <a:srgbClr val="A4D0E6"/>
    <a:srgbClr val="9CBD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BF9E4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Semanic</a:t>
              </a: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7232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6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4185790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94085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13057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اندازه </a:t>
            </a:r>
            <a:r>
              <a:rPr lang="fa-IR" b="1" dirty="0" err="1">
                <a:cs typeface="B Nazanin" panose="00000400000000000000" pitchFamily="2" charset="-78"/>
              </a:rPr>
              <a:t>تکه‌متن‌ها</a:t>
            </a:r>
            <a:r>
              <a:rPr lang="fa-IR" b="1" dirty="0">
                <a:cs typeface="B Nazanin" panose="00000400000000000000" pitchFamily="2" charset="-78"/>
              </a:rPr>
              <a:t> (</a:t>
            </a:r>
            <a:r>
              <a:rPr lang="en-US" b="1" dirty="0">
                <a:cs typeface="B Nazanin" panose="00000400000000000000" pitchFamily="2" charset="-78"/>
              </a:rPr>
              <a:t>Chunk size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آستانه تشابه (</a:t>
            </a:r>
            <a:r>
              <a:rPr lang="en-US" b="1" dirty="0">
                <a:cs typeface="B Nazanin" panose="00000400000000000000" pitchFamily="2" charset="-78"/>
              </a:rPr>
              <a:t>Similarity threshold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en-US" b="1" dirty="0" err="1">
                <a:cs typeface="B Nazanin" panose="00000400000000000000" pitchFamily="2" charset="-78"/>
              </a:rPr>
              <a:t>Top_k</a:t>
            </a:r>
            <a:r>
              <a:rPr lang="fa-IR" b="1" dirty="0">
                <a:cs typeface="B Nazanin" panose="00000400000000000000" pitchFamily="2" charset="-78"/>
              </a:rPr>
              <a:t> (حداکثر تعداد متون انتخابی </a:t>
            </a:r>
            <a:r>
              <a:rPr lang="en-US" b="1" dirty="0">
                <a:cs typeface="B Nazanin" panose="00000400000000000000" pitchFamily="2" charset="-78"/>
              </a:rPr>
              <a:t>RAG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b="1" dirty="0" err="1">
                <a:cs typeface="B Nazanin" panose="00000400000000000000" pitchFamily="2" charset="-78"/>
              </a:rPr>
              <a:t>مدل‌زبانی</a:t>
            </a:r>
            <a:r>
              <a:rPr lang="fa-IR" b="1" dirty="0">
                <a:cs typeface="B Nazanin" panose="00000400000000000000" pitchFamily="2" charset="-78"/>
              </a:rPr>
              <a:t> (</a:t>
            </a:r>
            <a:r>
              <a:rPr lang="en-US" b="1" i="0" dirty="0"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maximum context length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دستور توجیهی به مدل (</a:t>
            </a:r>
            <a:r>
              <a:rPr lang="en-US" b="1" dirty="0">
                <a:cs typeface="B Nazanin" panose="00000400000000000000" pitchFamily="2" charset="-78"/>
              </a:rPr>
              <a:t>Prompt</a:t>
            </a:r>
            <a:r>
              <a:rPr lang="fa-IR" b="1" dirty="0">
                <a:cs typeface="B Nazanin" panose="00000400000000000000" pitchFamily="2" charset="-78"/>
              </a:rPr>
              <a:t>)</a:t>
            </a:r>
            <a:endParaRPr lang="en-US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1230</TotalTime>
  <Words>1042</Words>
  <Application>Microsoft Office PowerPoint</Application>
  <PresentationFormat>Widescreen</PresentationFormat>
  <Paragraphs>165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338</cp:revision>
  <dcterms:created xsi:type="dcterms:W3CDTF">2024-02-19T06:46:45Z</dcterms:created>
  <dcterms:modified xsi:type="dcterms:W3CDTF">2024-02-21T11:15:07Z</dcterms:modified>
</cp:coreProperties>
</file>