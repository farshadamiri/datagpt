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6" r:id="rId4"/>
    <p:sldId id="258" r:id="rId5"/>
    <p:sldId id="260" r:id="rId6"/>
    <p:sldId id="271" r:id="rId7"/>
    <p:sldId id="269" r:id="rId8"/>
    <p:sldId id="272" r:id="rId9"/>
    <p:sldId id="261" r:id="rId10"/>
    <p:sldId id="270" r:id="rId11"/>
    <p:sldId id="268" r:id="rId12"/>
    <p:sldId id="262" r:id="rId13"/>
    <p:sldId id="263" r:id="rId14"/>
    <p:sldId id="264" r:id="rId15"/>
    <p:sldId id="265" r:id="rId16"/>
    <p:sldId id="259" r:id="rId17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D8A0"/>
    <a:srgbClr val="C9E2B8"/>
    <a:srgbClr val="A8D08C"/>
    <a:srgbClr val="9DB0DF"/>
    <a:srgbClr val="B3C0E3"/>
    <a:srgbClr val="A6B5DE"/>
    <a:srgbClr val="91A6DB"/>
    <a:srgbClr val="9CCA7C"/>
    <a:srgbClr val="D4E8C6"/>
    <a:srgbClr val="A0CC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494" y="268272"/>
            <a:ext cx="10515600" cy="1325563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cs typeface="B Nazanin" panose="00000400000000000000" pitchFamily="2" charset="-78"/>
              </a:rPr>
              <a:t>مراحل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9D1DD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317042" y="4252505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/>
              <a:t>Vector Database</a:t>
            </a:r>
            <a:endParaRPr lang="fa-IR" b="1" dirty="0"/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432813" y="5668712"/>
            <a:ext cx="351327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متن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7" name="Rectangle: Top Corners Snipped 6">
            <a:extLst>
              <a:ext uri="{FF2B5EF4-FFF2-40B4-BE49-F238E27FC236}">
                <a16:creationId xmlns:a16="http://schemas.microsoft.com/office/drawing/2014/main" id="{6C7FD831-AF60-FFC2-5B6E-982A9415CFDF}"/>
              </a:ext>
            </a:extLst>
          </p:cNvPr>
          <p:cNvSpPr/>
          <p:nvPr/>
        </p:nvSpPr>
        <p:spPr>
          <a:xfrm>
            <a:off x="4574952" y="4485459"/>
            <a:ext cx="2010742" cy="1296411"/>
          </a:xfrm>
          <a:prstGeom prst="snip2Same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endParaRPr lang="fa-IR" b="1" dirty="0">
              <a:cs typeface="B Nazanin" panose="00000400000000000000" pitchFamily="2" charset="-78"/>
            </a:endParaRPr>
          </a:p>
          <a:p>
            <a:pPr algn="ctr"/>
            <a:r>
              <a:rPr lang="en-US" dirty="0"/>
              <a:t>Vector Database</a:t>
            </a:r>
            <a:endParaRPr lang="fa-I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dirty="0"/>
              <a:t>Embedding model</a:t>
            </a:r>
            <a:endParaRPr lang="fa-IR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dirty="0"/>
                <a:t>Retrieved contexts</a:t>
              </a:r>
              <a:endParaRPr lang="fa-IR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User query</a:t>
            </a:r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93504" y="5012248"/>
            <a:ext cx="1310576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860145" y="421735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cs typeface="B Nazanin" panose="00000400000000000000" pitchFamily="2" charset="-78"/>
              </a:rPr>
              <a:t>RAG</a:t>
            </a:r>
            <a:endParaRPr lang="fa-IR" sz="2800" b="1" dirty="0"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713547" y="4411114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688267" y="384113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216906" y="5895126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6341302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latin typeface="Arial Black" panose="020B0A04020102020204" pitchFamily="34" charset="0"/>
              </a:rPr>
              <a:t> </a:t>
            </a:r>
            <a:r>
              <a:rPr lang="fa-IR" b="1" dirty="0"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6548578"/>
              </p:ext>
            </p:extLst>
          </p:nvPr>
        </p:nvGraphicFramePr>
        <p:xfrm>
          <a:off x="5445417" y="1598324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مدارک و منابع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کیفیت پاسخ بالا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104122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1158</TotalTime>
  <Words>1019</Words>
  <Application>Microsoft Office PowerPoint</Application>
  <PresentationFormat>Widescreen</PresentationFormat>
  <Paragraphs>165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مراحل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270</cp:revision>
  <dcterms:created xsi:type="dcterms:W3CDTF">2024-02-19T06:46:45Z</dcterms:created>
  <dcterms:modified xsi:type="dcterms:W3CDTF">2024-02-21T10:03:23Z</dcterms:modified>
</cp:coreProperties>
</file>