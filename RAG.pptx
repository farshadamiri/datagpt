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7" r:id="rId2"/>
    <p:sldId id="266" r:id="rId3"/>
    <p:sldId id="258" r:id="rId4"/>
    <p:sldId id="260" r:id="rId5"/>
    <p:sldId id="271" r:id="rId6"/>
    <p:sldId id="269" r:id="rId7"/>
    <p:sldId id="272" r:id="rId8"/>
    <p:sldId id="261" r:id="rId9"/>
    <p:sldId id="270" r:id="rId10"/>
    <p:sldId id="263" r:id="rId11"/>
    <p:sldId id="259" r:id="rId12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CDF1"/>
    <a:srgbClr val="B0BAE6"/>
    <a:srgbClr val="B8C9DE"/>
    <a:srgbClr val="BDE1B5"/>
    <a:srgbClr val="C8FCCA"/>
    <a:srgbClr val="060730"/>
    <a:srgbClr val="2A2A2A"/>
    <a:srgbClr val="2C451B"/>
    <a:srgbClr val="2E471D"/>
    <a:srgbClr val="567F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A5CDF1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Semantic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3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3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>
              <a:lnSpc>
                <a:spcPct val="150000"/>
              </a:lnSpc>
            </a:pPr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1175435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683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38815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/>
          </a:bodyPr>
          <a:lstStyle/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اندازه </a:t>
            </a:r>
            <a:r>
              <a:rPr lang="fa-IR" sz="2400" b="1" dirty="0" err="1">
                <a:cs typeface="B Nazanin" panose="00000400000000000000" pitchFamily="2" charset="-78"/>
              </a:rPr>
              <a:t>تکه‌متن‌ها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>
                <a:cs typeface="B Nazanin" panose="00000400000000000000" pitchFamily="2" charset="-78"/>
              </a:rPr>
              <a:t>Chunk size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درصد آستانه تشابه (</a:t>
            </a:r>
            <a:r>
              <a:rPr lang="en-US" sz="2400" b="1" dirty="0">
                <a:cs typeface="B Nazanin" panose="00000400000000000000" pitchFamily="2" charset="-78"/>
              </a:rPr>
              <a:t>Similarity threshold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sz="2400" b="1" dirty="0">
                <a:cs typeface="B Nazanin" panose="00000400000000000000" pitchFamily="2" charset="-78"/>
              </a:rPr>
              <a:t>RAG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 err="1">
                <a:cs typeface="B Nazanin" panose="00000400000000000000" pitchFamily="2" charset="-78"/>
              </a:rPr>
              <a:t>Top_k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sz="2400" b="1" dirty="0">
                <a:cs typeface="B Nazanin" panose="00000400000000000000" pitchFamily="2" charset="-78"/>
              </a:rPr>
              <a:t>System prompt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  <a:endParaRPr lang="en-US" sz="24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1314</TotalTime>
  <Words>1039</Words>
  <Application>Microsoft Office PowerPoint</Application>
  <PresentationFormat>Widescreen</PresentationFormat>
  <Paragraphs>164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355</cp:revision>
  <dcterms:created xsi:type="dcterms:W3CDTF">2024-02-19T06:46:45Z</dcterms:created>
  <dcterms:modified xsi:type="dcterms:W3CDTF">2024-02-21T12:39:24Z</dcterms:modified>
</cp:coreProperties>
</file>