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42545"/>
            <a:ext cx="10515600" cy="628743"/>
          </a:xfrm>
        </p:spPr>
        <p:txBody>
          <a:bodyPr>
            <a:noAutofit/>
          </a:bodyPr>
          <a:lstStyle/>
          <a:p>
            <a:r>
              <a:rPr lang="en-US" sz="60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en-US" sz="5400" dirty="0">
                <a:latin typeface="Arial Black" panose="020B0A04020102020204" pitchFamily="34" charset="0"/>
              </a:rPr>
              <a:t> </a:t>
            </a:r>
            <a:endParaRPr lang="fa-IR" sz="5400" dirty="0"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3164540" y="4052802"/>
            <a:ext cx="8525434" cy="61763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b="1" dirty="0">
                <a:cs typeface="B Nazanin" panose="00000400000000000000" pitchFamily="2" charset="-78"/>
              </a:rPr>
              <a:t>تقویت مدل زبانی بزرگ (</a:t>
            </a:r>
            <a:r>
              <a:rPr lang="en-US" b="1" dirty="0">
                <a:latin typeface="+mn-lt"/>
              </a:rPr>
              <a:t>LLM</a:t>
            </a:r>
            <a:r>
              <a:rPr lang="fa-IR" b="1" dirty="0"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558117" y="207910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cs typeface="B Nazanin" panose="00000400000000000000" pitchFamily="2" charset="-78"/>
              </a:rPr>
              <a:t> </a:t>
            </a:r>
            <a:r>
              <a:rPr lang="fa-IR" b="1" dirty="0">
                <a:cs typeface="B Nazanin" panose="00000400000000000000" pitchFamily="2" charset="-78"/>
              </a:rPr>
              <a:t>تعالی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38199" y="2077476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448"/>
            <a:ext cx="10515600" cy="3093104"/>
          </a:xfrm>
        </p:spPr>
        <p:txBody>
          <a:bodyPr>
            <a:normAutofit/>
          </a:bodyPr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نداشتن دانش و اطلاعات به روز (امکان ارائه اطلاعات منسوخ)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توهم (</a:t>
            </a:r>
            <a:r>
              <a:rPr lang="en-US" sz="2400" b="1" dirty="0" err="1">
                <a:cs typeface="B Nazanin" panose="00000400000000000000" pitchFamily="2" charset="-78"/>
              </a:rPr>
              <a:t>Halluincation</a:t>
            </a:r>
            <a:r>
              <a:rPr lang="fa-IR" sz="2400" b="1" dirty="0">
                <a:cs typeface="B Nazanin" panose="00000400000000000000" pitchFamily="2" charset="-78"/>
              </a:rPr>
              <a:t>): امکان ارائه پاسخ نادرست با قاطعیت در بیان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پیروی از </a:t>
            </a:r>
            <a:r>
              <a:rPr lang="fa-IR" sz="2400" b="1" dirty="0" err="1">
                <a:cs typeface="B Nazanin" panose="00000400000000000000" pitchFamily="2" charset="-78"/>
              </a:rPr>
              <a:t>جهت‌گیری</a:t>
            </a:r>
            <a:r>
              <a:rPr lang="fa-IR" sz="2400" b="1" dirty="0">
                <a:cs typeface="B Nazanin" panose="00000400000000000000" pitchFamily="2" charset="-78"/>
              </a:rPr>
              <a:t>‎ (</a:t>
            </a:r>
            <a:r>
              <a:rPr lang="en-US" sz="2400" b="1" dirty="0">
                <a:cs typeface="B Nazanin" panose="00000400000000000000" pitchFamily="2" charset="-78"/>
              </a:rPr>
              <a:t>Bias</a:t>
            </a:r>
            <a:r>
              <a:rPr lang="fa-IR" sz="2400" b="1" dirty="0">
                <a:cs typeface="B Nazanin" panose="00000400000000000000" pitchFamily="2" charset="-78"/>
              </a:rPr>
              <a:t>) و ادبیات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400" b="1" dirty="0" err="1">
                <a:cs typeface="B Nazanin" panose="00000400000000000000" pitchFamily="2" charset="-78"/>
              </a:rPr>
              <a:t>ناهمگونی</a:t>
            </a:r>
            <a:r>
              <a:rPr lang="fa-IR" sz="24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و کاربر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1196787" y="5287962"/>
            <a:ext cx="10515600" cy="667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cs typeface="B Nazanin" panose="00000400000000000000" pitchFamily="2" charset="-78"/>
              </a:rPr>
              <a:t>دانش یک مدل‌ زبانی محدود به </a:t>
            </a:r>
            <a:r>
              <a:rPr lang="fa-IR" sz="2400" b="1" dirty="0" err="1"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565342" y="2341935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ورودی مدل زبانی با ضمیمه کردن دانش و اطلاعات مربوط به سوال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565342" y="3485310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200837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612" y="80685"/>
            <a:ext cx="10515600" cy="956123"/>
          </a:xfrm>
        </p:spPr>
        <p:txBody>
          <a:bodyPr>
            <a:normAutofit/>
          </a:bodyPr>
          <a:lstStyle/>
          <a:p>
            <a:pPr algn="r" rtl="1"/>
            <a:r>
              <a:rPr lang="fa-IR" sz="3600" b="1" dirty="0">
                <a:cs typeface="B Nazanin" panose="00000400000000000000" pitchFamily="2" charset="-78"/>
              </a:rPr>
              <a:t>مقایسه سه </a:t>
            </a:r>
            <a:r>
              <a:rPr lang="fa-IR" sz="3600" b="1" dirty="0" err="1">
                <a:cs typeface="B Nazanin" panose="00000400000000000000" pitchFamily="2" charset="-78"/>
              </a:rPr>
              <a:t>راهکار</a:t>
            </a:r>
            <a:r>
              <a:rPr lang="en-US" sz="3600" b="1" dirty="0">
                <a:cs typeface="B Nazanin" panose="00000400000000000000" pitchFamily="2" charset="-78"/>
              </a:rPr>
              <a:t> Pre-training </a:t>
            </a:r>
            <a:r>
              <a:rPr lang="fa-IR" sz="3600" b="1" dirty="0">
                <a:cs typeface="B Nazanin" panose="00000400000000000000" pitchFamily="2" charset="-78"/>
              </a:rPr>
              <a:t>، </a:t>
            </a:r>
            <a:r>
              <a:rPr lang="en-US" sz="3600" b="1" dirty="0">
                <a:cs typeface="B Nazanin" panose="00000400000000000000" pitchFamily="2" charset="-78"/>
              </a:rPr>
              <a:t> Fine-tuning</a:t>
            </a:r>
            <a:r>
              <a:rPr lang="fa-IR" sz="3600" b="1" dirty="0">
                <a:cs typeface="B Nazanin" panose="00000400000000000000" pitchFamily="2" charset="-78"/>
              </a:rPr>
              <a:t>و </a:t>
            </a:r>
            <a:r>
              <a:rPr lang="en-US" sz="3600" b="1" dirty="0">
                <a:cs typeface="B Nazanin" panose="00000400000000000000" pitchFamily="2" charset="-78"/>
              </a:rPr>
              <a:t>RAG</a:t>
            </a:r>
            <a:endParaRPr lang="fa-IR" sz="3600" b="1" dirty="0">
              <a:cs typeface="B Nazanin" panose="00000400000000000000" pitchFamily="2" charset="-78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938913"/>
              </p:ext>
            </p:extLst>
          </p:nvPr>
        </p:nvGraphicFramePr>
        <p:xfrm>
          <a:off x="316704" y="1036808"/>
          <a:ext cx="11558591" cy="5419565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682424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862579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97283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2716305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49945">
                <a:tc>
                  <a:txBody>
                    <a:bodyPr/>
                    <a:lstStyle/>
                    <a:p>
                      <a:pPr algn="ctr" rtl="1">
                        <a:lnSpc>
                          <a:spcPct val="20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56649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76212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مجموعه داده ندارد</a:t>
                      </a: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050716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عدم امکان کنترل دسترسی کاربران به اطلاعات مدل توسط مدیر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هر بار افزودن اطلاعات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ساعت‌ها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زمان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می‌برد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امکان افزودن سریع و آسان مدارک</a:t>
                      </a: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59933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بر روی زبانی جدید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بهبود ارکان اصلی یا معماری مدل</a:t>
                      </a:r>
                    </a:p>
                    <a:p>
                      <a:pPr algn="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تقویت دانش مدل در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زمینه‌ای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خاص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824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</a:t>
            </a:r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دانش و اطلاعات سفارشی، توجیه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ندارد.</a:t>
            </a: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747</Words>
  <Application>Microsoft Office PowerPoint</Application>
  <PresentationFormat>Widescreen</PresentationFormat>
  <Paragraphs>76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مقایسه سه راهکار Pre-training ،  Fine-tuningو RAG</vt:lpstr>
      <vt:lpstr>چرا RAG؟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69</cp:revision>
  <dcterms:created xsi:type="dcterms:W3CDTF">2024-02-19T06:46:45Z</dcterms:created>
  <dcterms:modified xsi:type="dcterms:W3CDTF">2024-02-20T07:32:44Z</dcterms:modified>
</cp:coreProperties>
</file>